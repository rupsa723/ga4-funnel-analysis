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2D4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7D9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Purchase</c:v>
                  </c:pt>
                  <c:pt idx="1">
                    <c:v>Payment Info</c:v>
                  </c:pt>
                  <c:pt idx="2">
                    <c:v>Begin Checkout</c:v>
                  </c:pt>
                  <c:pt idx="3">
                    <c:v>Add to Cart</c:v>
                  </c:pt>
                  <c:pt idx="4">
                    <c:v>View Item</c:v>
                  </c:pt>
                  <c:pt idx="5">
                    <c:v>Session Start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4848</c:v>
                </c:pt>
                <c:pt idx="1">
                  <c:v>6815</c:v>
                </c:pt>
                <c:pt idx="2">
                  <c:v>11106</c:v>
                </c:pt>
                <c:pt idx="3">
                  <c:v>15188</c:v>
                </c:pt>
                <c:pt idx="4">
                  <c:v>77020</c:v>
                </c:pt>
                <c:pt idx="5">
                  <c:v>354857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B7D9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4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gained</c:v>
                </c:pt>
              </c:strCache>
            </c:strRef>
          </c:tx>
          <c:spPr>
            <a:solidFill>
              <a:srgbClr val="7B96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4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96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96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96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96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Session Start</c:v>
                  </c:pt>
                  <c:pt idx="1">
                    <c:v>Purchase</c:v>
                  </c:pt>
                  <c:pt idx="2">
                    <c:v>Begin Checkout</c:v>
                  </c:pt>
                  <c:pt idx="3">
                    <c:v>Payment Info</c:v>
                  </c:pt>
                  <c:pt idx="4">
                    <c:v>View Item</c:v>
                  </c:pt>
                  <c:pt idx="5">
                    <c:v>Add to Cart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</c:v>
                </c:pt>
                <c:pt idx="1">
                  <c:v>68</c:v>
                </c:pt>
                <c:pt idx="2">
                  <c:v>66</c:v>
                </c:pt>
                <c:pt idx="3">
                  <c:v>79</c:v>
                </c:pt>
                <c:pt idx="4">
                  <c:v>223</c:v>
                </c:pt>
                <c:pt idx="5">
                  <c:v>246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34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34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D9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Google Paid</c:v>
                  </c:pt>
                  <c:pt idx="1">
                    <c:v>Obfuscated</c:v>
                  </c:pt>
                  <c:pt idx="2">
                    <c:v>Other</c:v>
                  </c:pt>
                  <c:pt idx="3">
                    <c:v>Direct</c:v>
                  </c:pt>
                  <c:pt idx="4">
                    <c:v>Referral</c:v>
                  </c:pt>
                  <c:pt idx="5">
                    <c:v>Google Organic</c:v>
                  </c:pt>
                  <c:pt idx="6">
                    <c:v>Self-Referral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3147</c:v>
                </c:pt>
                <c:pt idx="1">
                  <c:v>13119</c:v>
                </c:pt>
                <c:pt idx="2">
                  <c:v>13850</c:v>
                </c:pt>
                <c:pt idx="3">
                  <c:v>24599</c:v>
                </c:pt>
                <c:pt idx="4">
                  <c:v>74411</c:v>
                </c:pt>
                <c:pt idx="5">
                  <c:v>112902</c:v>
                </c:pt>
                <c:pt idx="6">
                  <c:v>120125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D9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4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 in bounce rate (points)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34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96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Device</c:v>
                  </c:pt>
                  <c:pt idx="1">
                    <c:v>Country</c:v>
                  </c:pt>
                  <c:pt idx="2">
                    <c:v>Channel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</c:v>
                </c:pt>
                <c:pt idx="1">
                  <c:v>2.66</c:v>
                </c:pt>
                <c:pt idx="2">
                  <c:v>20.2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234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34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user</c:v>
                </c:pt>
              </c:strCache>
            </c:strRef>
          </c:tx>
          <c:spPr>
            <a:solidFill>
              <a:srgbClr val="7B96B5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4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96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4A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session</c:v>
                  </c:pt>
                  <c:pt idx="1">
                    <c:v>2 sessions</c:v>
                  </c:pt>
                  <c:pt idx="2">
                    <c:v>3–5</c:v>
                  </c:pt>
                  <c:pt idx="3">
                    <c:v>6–10</c:v>
                  </c:pt>
                  <c:pt idx="4">
                    <c:v>11+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0.29</c:v>
                </c:pt>
                <c:pt idx="1">
                  <c:v>2.16</c:v>
                </c:pt>
                <c:pt idx="2">
                  <c:v>9.16</c:v>
                </c:pt>
                <c:pt idx="3">
                  <c:v>27.77</c:v>
                </c:pt>
                <c:pt idx="4">
                  <c:v>38.9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200" u="none">
                  <a:solidFill>
                    <a:srgbClr val="2234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4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GA4 export from the Google Merchandise Store. 92 days, 4.3 million events, queried in BigQuery and modelled in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project runs inside the BigQuery free sandbox. About 2 GB scanned against a 1 TB monthly allowance.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stage flags, not a strict path. The strict version is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finding that changes how everything else on the dashboard should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reordered the conclusion. Reading drop-off alone would have pointed at View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independent lines of evidence point the same way. Detail in section 8 of the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Declining to recommend mobile optimisation on a 0.09-point difference is itself the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advantage compounds: 1.3x at product view, 2.3x at checkout, 4.5x at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Basket is the highest revenue-per-session entry page on the site, on 1.2% of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Reporting what failed is the point. A dashboard that hides these would be more confident and less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names the evidence behind it. Two of them also name what they cannot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SQL files, 44 measures, four dashboard pages. Everything reconciles to the SQL and the audit records the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Funnel Analysis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store loses 98.65% of its visitors, and what closing each leak is worth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1188720" cy="3200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Merchandise Store  ·  Nov 2020 – Jan 2021  ·  4,295,584 events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SQL  ·  Power BI  ·  Rupsa Chaudhuri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IN SIX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1.35% of sessions buy something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783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46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360,129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42032" y="1600200"/>
            <a:ext cx="1783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42032" y="1746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270,154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1600200"/>
            <a:ext cx="1783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43984" y="1746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4,848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45936" y="1600200"/>
            <a:ext cx="1783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45936" y="1746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$362,165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47888" y="1600200"/>
            <a:ext cx="1783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47888" y="1746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49840" y="1600200"/>
            <a:ext cx="136245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149840" y="1746504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$74.70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2331720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53492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3410712"/>
            <a:ext cx="201168" cy="201168"/>
          </a:xfrm>
          <a:prstGeom prst="ellipse">
            <a:avLst/>
          </a:prstGeom>
          <a:solidFill>
            <a:srgbClr val="2D4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07008" y="33375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does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3758184"/>
            <a:ext cx="4837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raw 4.3 million-row event export, rebuilds it into session and line-item tables, and works through thirteen analysis files to locate where customers stop.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tests which visitor attributes actually explain it — and reports the three places the data itself cannot be trusted.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154680"/>
            <a:ext cx="534924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28232" y="3410712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39128" y="33375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28232" y="3758184"/>
            <a:ext cx="4837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public dataset, queried in place with a wildcard suffix filter and materialised into a working dataset. No downloads, no Python.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on top in Import mode: 44 measures, four pages, one argument per page.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thirds of the loss happens before checkout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554480"/>
            <a:ext cx="4251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25512" y="1810512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36408" y="17373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277,837 never see a product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25512" y="2157984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loss in the funnel. Of the 77,020 that do reach a product page, another 61,832 never add to a cart.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3749040"/>
            <a:ext cx="4251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25512" y="4005072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36408" y="39319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is not the problem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25512" y="4352544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session begins checkout, 43.7% of it completes. The store loses its volume long before anyone reaches a payment form.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reaching each stage. add_shipping_info fires with begin_checkout on 99.98% of sessions and is not charted as a stage.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session is the wrong unit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2,848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complete the whole journey in one visit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7830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something started on an earlier visit — 41.3% of all orders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7830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5,959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834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11,106 sessions that begin checkout had added to a cart in that visit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244062"/>
          </a:solidFill>
          <a:ln w="12700">
            <a:solidFill>
              <a:srgbClr val="3C5B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114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Single-visit conversion is 0.79%. Across all sessions it is 1.35%. Both are correct, and they answer different questions.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59028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funnel measures a two-visit process one visit at a time, so it will always understate this store. Basket is the entry page for 4,173 sessions and converts at 5.97% — the most valuable traffic on the site is people coming back to a cart they left.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drop-off is not the most valuable fix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554480"/>
            <a:ext cx="4251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25512" y="1810512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36408" y="17373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wins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25512" y="2157984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percentage point there returns 246 orders. The same point at View Item returns 223 — even though View Item loses four times as many sessions.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3749040"/>
            <a:ext cx="4251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25512" y="4005072"/>
            <a:ext cx="201168" cy="201168"/>
          </a:xfrm>
          <a:prstGeom prst="ellipse">
            <a:avLst/>
          </a:prstGeom>
          <a:solidFill>
            <a:srgbClr val="2D4A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36408" y="39319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25512" y="4352544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15,188 sessions reach a cart and 4,848 of them buy. 77,020 reach a product page and the same 4,848 buy. A cart is far closer to an order than a product view is.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gained from a one-point improvement into each stage, converting onward at the rate sessions at that stage actually convert.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third of revenue is credited to the store itself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554480"/>
            <a:ext cx="4251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25512" y="1810512"/>
            <a:ext cx="201168" cy="20116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36408" y="17373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is the store's own hostnames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25512" y="2157984"/>
            <a:ext cx="3739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$116,247 — 32.1% of all revenue — comes from shop.googlemerchandisestore.com and googlemerchandisestore.com referring to each other.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3886200"/>
            <a:ext cx="4251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25512" y="4142232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36408" y="40690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defence: it converts well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25512" y="4489704"/>
            <a:ext cx="3739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cross-host split cuts a journey in the middle, so the second fragment starts near checkout. Strong conversion is the signature, not the alibi.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Self-Referral holds 16–17.5% of sessions in all eight largest markets. Real acquisition channels vary by country; site mechanics do not.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traffic source predicts engagement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760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737360"/>
            <a:ext cx="47548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22592" y="1993392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33488" y="1920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is not a lever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022592" y="2340864"/>
            <a:ext cx="4242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bounce under three definitions, conversion, order value, cart reach, checkout completion, channel and month. Largest gap anywhere: 0.09 points.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66560" y="3749040"/>
            <a:ext cx="4754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22592" y="4005072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33488" y="3931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explains one funnel step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22592" y="4352544"/>
            <a:ext cx="4242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to payment spans 44 points across channels — three quarters get through, or about a third. Every other step spans 20 points or fewer.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absence only means something if it survives a change of definition. Bounce was computed three ways and stayed flat across devices under all three.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visitors are the business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554480"/>
            <a:ext cx="4251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25512" y="1810512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36408" y="17373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 carry 82.2%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25512" y="2157984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47,364 users returned at all. They account for 38% of sessions, 78% of orders and 82.2% of revenue.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3749040"/>
            <a:ext cx="4251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25512" y="4005072"/>
            <a:ext cx="201168" cy="20116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36408" y="39319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visit is the prize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25512" y="4352544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come back once buy at 3.10% against 0.48%, and are worth 7.4 times as much. No later visit comes close to that multiple.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sessions are 28.5% of traffic and 67.5% of revenue, converting at 3.03% against 0.67%.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 of traffic lands where nothing sells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B7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B7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B7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/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By Brand &gt; YouTube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 &gt; Dino Game Tee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34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 &gt; Mens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9164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19872" y="1947672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30768" y="1874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 of traffic, 3.9% of revenue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19872" y="2295144"/>
            <a:ext cx="3145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pages at the top take 84,267 sessions between them and return $14,042.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3840480"/>
            <a:ext cx="36576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19872" y="4096512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30768" y="4023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beats breadth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119872" y="4443984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Apparel page returns $0.30 a session. Its own Mens subcategory returns $2.49.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Dino Game Tee page holds visitors for 6.9 seconds — that is an acquisition problem, not a page problem.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CANNOT 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defects found, and kept in the open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7830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stops recording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03704"/>
            <a:ext cx="30083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26 January the purchase event keeps firing while the revenue field comes through empty. Order value falls to $0.00 on the 31st with 18 orders still logged.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held between 0.90% and 1.40% over the same days, which is what rules out a trading explanation.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understated by about $16,000.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41148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856232"/>
            <a:ext cx="201168" cy="20116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10328" y="17830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changes definition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203704"/>
            <a:ext cx="30083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pooled figure is 32.82%. Month by month it reads 42.55%, 45.84%, then 9.25%.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engaged flag is spread across twice as many sessions from January while total flagged events barely move — a tracking change, not behaviour.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consistent regime it is 44.4%.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74720" cy="41148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0C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856232"/>
            <a:ext cx="201168" cy="201168"/>
          </a:xfrm>
          <a:prstGeom prst="ellipse">
            <a:avLst/>
          </a:prstGeom>
          <a:solidFill>
            <a:srgbClr val="2D4A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13648" y="17830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are not stable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203704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$24,713 of item revenue sits in buckets that name nothing.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product appears under different categories on different orders — one item sells 236 units with only 136 filed under its main category.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totals are approximate. Product figures are not.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visible without looking for them. All three are documented with the query that found them.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order of expected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92224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00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multi-hostname setup first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682496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exclusions and cross-domain measurement. Until then $116,247 sits under a label that is not a channel, and no channel comparison is reliable. Costs nothing in media spend.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70048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7066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78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second visit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60320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222,790 users visited once and bought at 0.48%. Coming back once lifts that to 3.10% and value per user 7.4x. Remarketing and cart reminders aim 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47872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5844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56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three landing pages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438144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problems: the Dino Game Tee page has the wrong traffic, the Apparel page has the wrong content. Together 23.4% of sessions for 3.9% of revenue.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425696"/>
            <a:ext cx="365760" cy="365760"/>
          </a:xfrm>
          <a:prstGeom prst="ellipse">
            <a:avLst/>
          </a:prstGeom>
          <a:solidFill>
            <a:srgbClr val="2D4A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334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delivery cost earlier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315968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2,104 sessions stop after entering shipping details. Only 23.2% of them are returning visitors, against 61.5% of completed orders.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8813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303520"/>
            <a:ext cx="365760" cy="365760"/>
          </a:xfrm>
          <a:prstGeom prst="ellipse">
            <a:avLst/>
          </a:prstGeom>
          <a:solidFill>
            <a:srgbClr val="7B96B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3400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12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build a mobile programme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193792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explains nothing on any measure tested. The largest gap anywhere is 0.09 points of conversion.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4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numbers were checked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2157984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80160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before rates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066544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is confirmed one row per session before any rate is computed. A conversion rate on an inflated denominator looks entirely plausible.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3163824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one number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072384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revenue and item revenue are built independently and agree to $55 on $362,165.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169664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a change of definition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078224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computed three ways. The device result survived it; the monthly series did not, which is how the January break surfaced.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349240"/>
            <a:ext cx="1188720" cy="3200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Rupsa Chaudhuri  ·  github.com/rupsa723  ·  linkedin.com/in/rupsa-chaudhuri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2026-09-11T15:10:14Z</dcterms:created>
  <dcterms:modified xsi:type="dcterms:W3CDTF">2026-09-11T15:10:14Z</dcterms:modified>
</cp:coreProperties>
</file>